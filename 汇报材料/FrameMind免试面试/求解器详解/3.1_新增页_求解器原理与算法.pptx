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来源：中期答辩项目内容(1).md，第3.2–3.6节。公式通过真实 LaTeX 编译为透明 PNG；正文与图形可编辑。此页针对线性静力求解。释放和扩展分析公式另附素材。未声称记录 LDLT 逐步分解轨迹。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3F6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03  力学原理与求解验证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"/>
            <a:ext cx="5382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2237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2D40"/>
                </a:solidFill>
                <a:latin typeface="Noto Sans CJK SC"/>
              </a:defRPr>
            </a:pPr>
            <a:r>
              <a:t>3.1  空间刚架求解器：原理与算法实现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3F6089"/>
                </a:solidFill>
                <a:latin typeface="Noto Sans CJK SC"/>
              </a:defRPr>
            </a:pPr>
            <a:r>
              <a:t>C++17 + Eigen 3.4.0｜独立本地进程｜空间梁单元｜确定性数值计算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6208" y="1874519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767328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3767328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01  空间梁单元与坐标变换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323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Euler–Bernoulli 梁柱；两节点共 12 自由度。</a:t>
            </a:r>
          </a:p>
        </p:txBody>
      </p:sp>
      <p:pic>
        <p:nvPicPr>
          <p:cNvPr id="13" name="Picture 12" descr="03_坐标变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70" y="2962656"/>
            <a:ext cx="4330218" cy="4846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02  整体组装与约束消元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323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SparseMatrix / triplet 组装；零位移约束消元。</a:t>
            </a:r>
          </a:p>
        </p:txBody>
      </p:sp>
      <p:pic>
        <p:nvPicPr>
          <p:cNvPr id="16" name="Picture 15" descr="04_整体与约化方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471" y="2962656"/>
            <a:ext cx="4321024" cy="4480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" y="3877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03  稀疏 LDLᵀ 求解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325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SimplicialLDLT + NaturalOrdering；主元映射节点。</a:t>
            </a:r>
          </a:p>
        </p:txBody>
      </p:sp>
      <p:pic>
        <p:nvPicPr>
          <p:cNvPr id="19" name="Picture 18" descr="05_LDLT分解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6" y="4901184"/>
            <a:ext cx="4131247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3877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04  结果恢复与数值检查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25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回代位移、反力与杆端作用；检查主元与残差。</a:t>
            </a:r>
          </a:p>
        </p:txBody>
      </p:sp>
      <p:pic>
        <p:nvPicPr>
          <p:cNvPr id="22" name="Picture 21" descr="06_反力与杆端作用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045" y="4901184"/>
            <a:ext cx="4415877" cy="3749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8912" y="5660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6089"/>
                </a:solidFill>
                <a:latin typeface="Noto Sans CJK SC"/>
              </a:defRPr>
            </a:pPr>
            <a:r>
              <a:t>判据：D 非正或 D ≤ max|Kff| × 10⁻¹² 时拒绝；异常结果定位到节点、自由度及计算阶段。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144768"/>
            <a:ext cx="11448288" cy="41148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6163056"/>
            <a:ext cx="11064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线弹性、小变形、忽略剪切变形；大模型组织任务，本地核心产生计算数值。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3F6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