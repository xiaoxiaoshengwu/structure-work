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来源：中期答辩项目内容(1).md，第3.2–3.6节。公式通过真实 LaTeX 编译为透明 PNG；正文与图形可编辑。此页针对线性静力求解。释放和扩展分析公式另附素材。未声称记录 LDLT 逐步分解轨迹。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03  空间刚架求解器展示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160" y="22860"/>
            <a:ext cx="5382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2237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B2D40"/>
                </a:solidFill>
                <a:latin typeface="Noto Sans CJK SC"/>
              </a:defRPr>
            </a:pPr>
            <a:r>
              <a:t>3.1  求解器内核：从模型输入到力学结果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3F6089"/>
                </a:solidFill>
                <a:latin typeface="Noto Sans CJK SC"/>
              </a:defRPr>
            </a:pPr>
            <a:r>
              <a:t>确定性本地计算｜C++17 + Eigen 3.4.0｜独立进程｜三维 Euler–Bernoulli 梁柱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6208" y="1874519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6208" y="3767328"/>
            <a:ext cx="5577840" cy="175564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01  单元内核：12 自由度空间梁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每节点 3 平移 + 3 转角；局部刚度经 T 转至整体。</a:t>
            </a:r>
          </a:p>
        </p:txBody>
      </p:sp>
      <p:pic>
        <p:nvPicPr>
          <p:cNvPr id="13" name="Picture 12" descr="03_坐标变换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70" y="2962656"/>
            <a:ext cx="4330218" cy="4846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19842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02  装配内核：荷载与边界处理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3230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稀疏组装；节点荷载、均布力、自重及工况组合。</a:t>
            </a:r>
          </a:p>
        </p:txBody>
      </p:sp>
      <p:pic>
        <p:nvPicPr>
          <p:cNvPr id="16" name="Picture 15" descr="04_整体与约化方程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471" y="2962656"/>
            <a:ext cx="4321024" cy="4480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0352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03  算法内核：稀疏 LDLᵀ 求解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SimplicialLDLT + NaturalOrdering；失败主元定位节点。</a:t>
            </a:r>
          </a:p>
        </p:txBody>
      </p:sp>
      <p:pic>
        <p:nvPicPr>
          <p:cNvPr id="19" name="Picture 18" descr="05_LDLT分解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6" y="4901184"/>
            <a:ext cx="4131247" cy="3749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387705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B2D40"/>
                </a:solidFill>
                <a:latin typeface="Noto Sans CJK SC"/>
              </a:defRPr>
            </a:pPr>
            <a:r>
              <a:t>04  恢复内核：杆端与沿杆内力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251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1B2D40"/>
                </a:solidFill>
                <a:latin typeface="Noto Sans CJK SC"/>
              </a:defRPr>
            </a:pPr>
            <a:r>
              <a:t>扣除一致荷载；平衡多项式恢复截面力，17 站位显示。</a:t>
            </a:r>
          </a:p>
        </p:txBody>
      </p:sp>
      <p:pic>
        <p:nvPicPr>
          <p:cNvPr id="22" name="Picture 21" descr="06_反力与杆端作用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8045" y="4901184"/>
            <a:ext cx="4415877" cy="3749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8912" y="5660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3F6089"/>
                </a:solidFill>
                <a:latin typeface="Noto Sans CJK SC"/>
              </a:defRPr>
            </a:pPr>
            <a:r>
              <a:t>可靠性：主元与残差检查；阶段可见、可取消；冻结输入与版本留存；原生失败不回退。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144768"/>
            <a:ext cx="11448288" cy="411480"/>
          </a:xfrm>
          <a:prstGeom prst="rect">
            <a:avLst/>
          </a:prstGeom>
          <a:solidFill>
            <a:srgbClr val="1B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6163056"/>
            <a:ext cx="110642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自然语言提出需求 → 用户确认模型 → 本地求解 → 位移、反力与内力 → 计算书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3F6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10972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FFFFFF"/>
                </a:solidFill>
                <a:latin typeface="Noto Sans CJK SC"/>
              </a:defRPr>
            </a:pPr>
            <a:r>
              <a:t>FrameMind  ·  计算结构力学课程免试面试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