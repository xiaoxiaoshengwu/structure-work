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来源：中期答辩项目内容(1).md，第3.2–3.6节。公式通过真实 LaTeX 编译为透明 PNG；正文与图形可编辑。此页针对线性静力求解。释放和扩展分析公式另附素材。未声称记录 LDLT 逐步分解轨迹。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3F6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03  空间刚架求解器展示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"/>
            <a:ext cx="53828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72237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2D40"/>
                </a:solidFill>
                <a:latin typeface="Noto Sans CJK SC"/>
              </a:defRPr>
            </a:pPr>
            <a:r>
              <a:t>3.1  求解器内核：从模型输入到力学结果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3F6089"/>
                </a:solidFill>
                <a:latin typeface="Noto Sans CJK SC"/>
              </a:defRPr>
            </a:pPr>
            <a:r>
              <a:t>确定性本地计算｜C++17 + Eigen 3.4.0｜独立进程｜三维 Euler–Bernoulli 梁柱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36208" y="1874519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767328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3767328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84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01  单元内核：12 自由度空间梁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323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每节点 3 平移 + 3 转角；T 为 12×12 正交变换。</a:t>
            </a:r>
          </a:p>
        </p:txBody>
      </p:sp>
      <p:pic>
        <p:nvPicPr>
          <p:cNvPr id="13" name="Picture 12" descr="03_坐标变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70" y="2962656"/>
            <a:ext cx="4330218" cy="4846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1984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02  装配内核：荷载与边界处理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323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稀疏组装；均布荷载与自重一致等效，零位移约束消元。</a:t>
            </a:r>
          </a:p>
        </p:txBody>
      </p:sp>
      <p:pic>
        <p:nvPicPr>
          <p:cNvPr id="16" name="Picture 15" descr="04_整体与约化方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471" y="2962656"/>
            <a:ext cx="4321024" cy="4480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" y="38770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03  算法内核：稀疏 LDLᵀ 求解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3251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SimplicialLDLT + NaturalOrdering；失败主元定位节点。</a:t>
            </a:r>
          </a:p>
        </p:txBody>
      </p:sp>
      <p:pic>
        <p:nvPicPr>
          <p:cNvPr id="19" name="Picture 18" descr="05_LDLT分解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155" y="4901184"/>
            <a:ext cx="1205048" cy="3749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38770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04  恢复内核：杆端与沿杆内力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251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杆端作用扣除一致荷载；沿杆内力由平衡多项式恢复。</a:t>
            </a:r>
          </a:p>
        </p:txBody>
      </p:sp>
      <p:pic>
        <p:nvPicPr>
          <p:cNvPr id="22" name="Picture 21" descr="06_反力与杆端作用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8045" y="4901184"/>
            <a:ext cx="4415877" cy="3749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38912" y="5660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F6089"/>
                </a:solidFill>
                <a:latin typeface="Noto Sans CJK SC"/>
              </a:defRPr>
            </a:pPr>
            <a:r>
              <a:t>算法示意：L 为单位下三角因子，D 为对角因子；分解式非逐步计算记录。主元与残差须通过检查。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144768"/>
            <a:ext cx="11448288" cy="41148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6163056"/>
            <a:ext cx="11064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适用范围：线弹性、小变形、忽略剪切变形；AI 组织任务，本地核心计算数值。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3F6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20256"/>
            <a:ext cx="10972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