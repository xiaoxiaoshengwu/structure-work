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演示建议：空项目描述两层刚架，刻意缺少 Y 向跨长，补充参数并预览；两阶段确认后求解，询问结果，再改柱截面比较。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资料来源：小组提供《中期答辩项目内容.md》，状态截至 2026-10-10。参考模板：基于机器学习的空间刚架程序开发7.0.pdf。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60120"/>
            <a:ext cx="12191695" cy="48463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25880"/>
            <a:ext cx="953311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5146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基于 AI 大模型的空间钢架</a:t>
            </a:r>
          </a:p>
          <a:p>
            <a:pPr algn="ctr">
              <a:spcAft>
                <a:spcPts val="900"/>
              </a:spcAft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智能计算 Agent 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1900" b="0">
                <a:solidFill>
                  <a:srgbClr val="FFFFFF"/>
                </a:solidFill>
                <a:latin typeface="Noto Sans CJK SC"/>
              </a:defRPr>
            </a:pPr>
            <a:r>
              <a:t>FrameMind｜自然语言建模 · 确定性求解 · 可追溯分析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t>小组成员：待填写     指导老师：待填写     计算结构力学课程免试面试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01  项目概述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汇报路线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01  研究背景与开发历程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从空间刚架计算需求出发，形成工程工作台。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64592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64592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1810512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02  力学原理与数值验证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242316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单元、变换、组装、求解和独立基准。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1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03  Agent 与功能展示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自然语言建模、计算解释、候选探索与 STEP。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5060" y="388620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388620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4050791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04  当前进度与未来展望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466344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区分完成状态，提出可实现的功能方向。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主讲约 5–8 分钟：原理与闭环优先，详细验证页可用于问答。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m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371600"/>
            <a:ext cx="12191695" cy="411480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91640"/>
            <a:ext cx="953311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154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01  研究背景与开发历程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01  项目概述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我们希望解决什么问题？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计算繁琐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空间梁单元具有 12 个自由度；坐标变换、整体组装和内力恢复容易出错。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过程难复核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结果、输入和计算过程缺少明确对应，教学中难以看懂矩阵贡献。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建模门槛高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几何、截面、支座和荷载需要反复操作，希望用自然语言组织工程任务。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01  项目概述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开发历程：从求解工具到智能工作台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第一阶段｜计算闭环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静力分析、工况组合、结果查看、计算书；引入 AI 建模草案与用户确认。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第二阶段｜能力与可靠性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C++ 求解核心；释放、细分、模态、屈曲、二阶、随机响应；独立数值验收。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第三阶段｜协同探索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项目 Git 历史与候选隔离；STEP 导入和多 Agent 反向设计，继续完善闭环。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阶段与完成状态依据小组提供的项目记录（截至 2026-10-10）。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01  项目概述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我们如何使用 AI 进行开发？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需求与算法讨论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用 AI 辅助拆解需求、解释算法、讨论软件架构；力学公式和适用范围以教材与独立参考为依据。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64592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64592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1810512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代码与问题定位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242316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AI 辅助编写代码、设计测试和定位错误；通过实际运行与证据记录检查生成结果。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1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开发过程的核验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使用独立算例、平衡残差和收敛记录验证实现，保留失败及未完成事项。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5060" y="388620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388620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4050791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产品中的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466344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大模型理解需求并调用受控工具；本地求解器产生数值，用户确认后应用变更。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本页为开发叙述初稿：具体 AI 使用环节需由小组核对后用于正式汇报。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m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371600"/>
            <a:ext cx="12191695" cy="411480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91640"/>
            <a:ext cx="953311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154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02  力学原理与数值验证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02  力学原理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空间梁单元：计算结构力学的基础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0926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单元与自由度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51435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Euler–Bernoulli 空间梁柱单元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每节点：ux、uy、uz、rx、ry、rz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两节点共 12 自由度，单元矩阵为 12×12。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645920"/>
            <a:ext cx="550926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1810512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局部刚度与转换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2423160"/>
            <a:ext cx="51435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轴向 EA/L；扭转 GJ/L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弯曲含 12EI/L³、6EI/L² 等项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u_local = T u_global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K_global = Tᵀ K_local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理论范围：线弹性、小变形，忽略剪切变形；教材依据《计算结构力学》第 2 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02  力学原理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从单元到整体：确定性的求解链路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2039112" cy="1234440"/>
          </a:xfrm>
          <a:prstGeom prst="round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模型检查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828800"/>
            <a:ext cx="2039112" cy="1234440"/>
          </a:xfrm>
          <a:prstGeom prst="round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938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单元与变换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828800"/>
            <a:ext cx="2039112" cy="1234440"/>
          </a:xfrm>
          <a:prstGeom prst="round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1938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整体组装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828800"/>
            <a:ext cx="2039112" cy="1234440"/>
          </a:xfrm>
          <a:prstGeom prst="round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3" y="1938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3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约束消元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8048" y="1828800"/>
            <a:ext cx="2039112" cy="1234440"/>
          </a:xfrm>
          <a:prstGeom prst="round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7776" y="1938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求解与恢复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7472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182432"/>
                </a:solidFill>
                <a:latin typeface="Noto Sans CJK SC"/>
              </a:defRPr>
            </a:pPr>
            <a:r>
              <a:t>整体方程：K u = F     →     约化方程：Kff uf = Ff</a:t>
            </a:r>
          </a:p>
          <a:p>
            <a:pPr>
              <a:spcAft>
                <a:spcPts val="900"/>
              </a:spcAft>
              <a:defRPr sz="2300" b="0">
                <a:solidFill>
                  <a:srgbClr val="182432"/>
                </a:solidFill>
                <a:latin typeface="Noto Sans CJK SC"/>
              </a:defRPr>
            </a:pPr>
            <a:r>
              <a:t>稀疏 LDLᵀ 求解自由位移；回代反力 R = K u − F</a:t>
            </a:r>
          </a:p>
          <a:p>
            <a:pPr>
              <a:spcAft>
                <a:spcPts val="900"/>
              </a:spcAft>
              <a:defRPr sz="2300" b="0">
                <a:solidFill>
                  <a:srgbClr val="182432"/>
                </a:solidFill>
                <a:latin typeface="Noto Sans CJK SC"/>
              </a:defRPr>
            </a:pPr>
            <a:r>
              <a:t>杆端作用 = k_local u_local − f_local</a:t>
            </a:r>
          </a:p>
          <a:p>
            <a:pPr>
              <a:spcAft>
                <a:spcPts val="900"/>
              </a:spcAft>
              <a:defRPr sz="2300" b="0">
                <a:solidFill>
                  <a:srgbClr val="182432"/>
                </a:solidFill>
                <a:latin typeface="Noto Sans CJK SC"/>
              </a:defRPr>
            </a:pPr>
            <a:r>
              <a:t>检查主元、非有限值与求解残差，失败时定位工程节点与自由度。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02  力学原理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让计算过程看得见、结果有来源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过程面板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局部轴、自由度映射、单元刚度、整体贡献与约束处理；对照教材依据。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冻结分析输入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绑定模型修订、单位、荷载、求解设置与核心版本；历史结果可读但明确标识过期。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统一结果与报告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变形、反力、杆端及沿杆内力共享同一来源；可导出 Word 和 PDF 计算书。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整体与约化稠密矩阵仅在不超过 72 阶时采集；不编造未保存的分解轨迹。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02  力学原理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扩展分析：在明确理论边界内提升能力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模态分析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Kφ = λMφ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一致质量矩阵、附加质量、频率及振型；检查网格频率收敛。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64592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60" y="164592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1810512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特征值屈曲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242316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(K + G_fixed + λG_ref)φ = 0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仅放大参考荷载，输出屈曲因子与形态。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8620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1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弹性二阶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(K + αG[N])u = αF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初应力小位移近似；比较线性与二阶响应。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5060" y="3886200"/>
            <a:ext cx="5509260" cy="2057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5060" y="3886200"/>
            <a:ext cx="59436" cy="2057400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4050791"/>
            <a:ext cx="51435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随机响应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4663440"/>
            <a:ext cx="51435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S_y = |H|²S_x；RMS = √∫S_y df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模态叠加、频点与积分收敛，输出 PSD 和 RMS。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不将屈曲因子称为规范安全系数；二阶不称通用几何非线性分析。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02  验证证据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独立验证：数值正确性如何建立？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静力基准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22 个有效算例 + 7 个无效模型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2,322 项检查全部通过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参考由独立力法与虚功法生成。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全分析验收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14 组分析复跑通过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5,639 个量与残差记录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覆盖释放、模态、屈曲、二阶和随机响应。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性能与真实边界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1120 杆模型最慢求解 4.16 s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固定 Windows 11 / i7-14650HX / 16 GB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仍有 2 项单元测试失败记录。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所有数值来自小组提供的验收记录；本次 PPT 制作未独立复跑产品测试。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m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371600"/>
            <a:ext cx="12191695" cy="411480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91640"/>
            <a:ext cx="953311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154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03  Agent 与功能展示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03  Agent 与功能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系统架构：语言理解与工程计算协作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交互工作台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Electron + React + TypeScript + Three.js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项目树、三维视图、属性栏与 AI 对话共享模型。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受控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DeepSeek 工具调用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读取模型、提出草案、预览确认、解释与引用结果。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本地数值核心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C++17 + Eigen 独立进程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执行分析、报告真实阶段；无 AI 时仍可手动建模和求解。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03  Agent 与功能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自然语言到结构计算：一次完整任务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2560320" cy="850392"/>
          </a:xfrm>
          <a:prstGeom prst="round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9222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理解需求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432"/>
                </a:solidFill>
                <a:latin typeface="Noto Sans CJK SC"/>
              </a:defRPr>
            </a:pPr>
            <a:r>
              <a:t>识别几何、材料、截面与缺失条件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24912"/>
            <a:ext cx="2560320" cy="850392"/>
          </a:xfrm>
          <a:prstGeom prst="round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7121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草案预览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62072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432"/>
                </a:solidFill>
                <a:latin typeface="Noto Sans CJK SC"/>
              </a:defRPr>
            </a:pPr>
            <a:r>
              <a:t>参数卡片 + 三维虚线预览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03904"/>
            <a:ext cx="2560320" cy="850392"/>
          </a:xfrm>
          <a:prstGeom prst="round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5020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用户确认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941064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432"/>
                </a:solidFill>
                <a:latin typeface="Noto Sans CJK SC"/>
              </a:defRPr>
            </a:pPr>
            <a:r>
              <a:t>确认具体草案，原子应用到正式模型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82896"/>
            <a:ext cx="2560320" cy="850392"/>
          </a:xfrm>
          <a:prstGeom prst="round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29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求解解释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5020056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82432"/>
                </a:solidFill>
                <a:latin typeface="Noto Sans CJK SC"/>
              </a:defRPr>
            </a:pPr>
            <a:r>
              <a:t>本地计算，引用对象、数值、单位与来源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03  Agent 与功能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现有工程功能：建模、分析与交付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可编辑三维建模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工作平面绘制；显式连接和分割；批量移动、复制、旋转；参数化截面与真实截面显示。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荷载与结果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节点六分量荷载、全局/局部均布力、自重、工况组合；变形、内力、模态和随机曲线。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历史与报告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分析前后比较；项目保存与恢复；可编辑 Word、PDF 计算书和随机响应数据 ZIP。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展示建议：用实际应用截图或短视频替换演示页；当前版本不使用虚构软件截图。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03  Agent 与功能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多 Agent 反向设计：探索与检查分离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固定目标与变量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两层空间钢架，12 节点、16 杆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目标：水平合位移 ≤15 mm 下减轻质量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只允许修改已核验库内的梁柱截面。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协同角色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main 编排任务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3 个 work 隔离并行探索候选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inspect 独立读取真实求解证据，执行 7 项检查。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当前真实结果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首轮 3 个候选位移约 471 / 50.8 / 50.8 mm，全部超限并禁止合并。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反馈、可行候选比较与合并闭环待完成。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AI 请求并行；本地数值求解按单进程队列执行。不含强度、屈曲或规范验算。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03  Agent 与功能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STEP 导入：从几何文件走向分析模型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已实现链路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隔离解析 → 中间态 → 程序审查 → AI 只读核验 → 预览确认 → 应用与保存。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指定样例现状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3030 铝型材框架，8 个装配实例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含圆弧与 T 型槽截面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当前 0 条确认中心线、8 个阻塞项。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下一步突破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扩展恒截面实体的拉伸轴识别；生成中心线并判定连接；材料、扭转常数 J 和刚接假设需确认。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完整成功链路仅在合成直棱柱样例回放中验证；独立 CAD 对照仍待完成。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m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371600"/>
            <a:ext cx="12191695" cy="411480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91640"/>
            <a:ext cx="953311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154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04  当前进度与未来展望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04  进度与展望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中期进度：完成、推进与边界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已有功能与记录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建模与静力闭环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扩展分析及独立数值验收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自然语言草案与结果引用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工程计算书与项目历史。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继续推进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指定 STEP 文件识别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多 Agent 反馈与可行方案合并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完整在线闭环与证据包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干净 Windows 安装及真人试用。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理论与应用边界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教学与受控工程建模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不含塑性、板壳、后屈曲及规范验算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AI 不生成最终求解数值</a:t>
            </a:r>
          </a:p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有限搜索不称全局最优。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04  进度与展望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未来功能：让 Agent 更懂结构、更懂用户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结构错误侦探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定位缺失约束与潜在机构；用三维运动示意解释失败原因，提出可确认的修复草案。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交互式力学课堂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从单元矩阵到整体组装逐步演示；改变截面后观察刚度与位移变化，连接课堂与工程。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目标驱动协同设计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将语言目标转成明确约束；展示多候选的质量—位移取舍，经本地求解和独立检查后确认。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7FA8"/>
                </a:solidFill>
                <a:latin typeface="Noto Sans CJK SC"/>
              </a:defRPr>
            </a:pPr>
            <a:r>
              <a:t>以上均为拟开发功能，优先建立在现有诊断、过程面板和候选机制之上。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04  进度与展望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592" y="18288"/>
            <a:ext cx="47665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772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82432"/>
                </a:solidFill>
                <a:latin typeface="Noto Sans CJK SC"/>
              </a:defRPr>
            </a:pPr>
            <a:r>
              <a:t>课程收获与下一步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力学理解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掌握单元刚度、坐标变换、整体组装、约束消元与内力恢复；通过基准和残差复核结果。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532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AI 协作能力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532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用 AI 辅助实现与调试，以工程对象、工具权限、确认流程和独立证据约束输出。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80" y="1645920"/>
            <a:ext cx="3596640" cy="4251959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80" y="1645920"/>
            <a:ext cx="59436" cy="4251959"/>
          </a:xfrm>
          <a:prstGeom prst="rect">
            <a:avLst/>
          </a:prstGeom>
          <a:solidFill>
            <a:srgbClr val="52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810512"/>
            <a:ext cx="323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27FA8"/>
                </a:solidFill>
                <a:latin typeface="Noto Sans CJK SC"/>
              </a:defRPr>
            </a:pPr>
            <a:r>
              <a:t>近期推进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2423160"/>
            <a:ext cx="32308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82432"/>
                </a:solidFill>
                <a:latin typeface="Noto Sans CJK SC"/>
              </a:defRPr>
            </a:pPr>
            <a:r>
              <a:t>先完成 STEP 与反向设计现有闭环，再扩展交互教学与诊断能力，补齐实际交付验证。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143000"/>
            <a:ext cx="12191695" cy="457200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54480"/>
            <a:ext cx="953311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感谢各位老师的指导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2300" b="0">
                <a:solidFill>
                  <a:srgbClr val="FFFFFF"/>
                </a:solidFill>
                <a:latin typeface="Noto Sans CJK SC"/>
              </a:defRPr>
            </a:pPr>
            <a:r>
              <a:t>让空间钢架计算可操作、可理解、可追溯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